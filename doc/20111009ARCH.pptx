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ja-JP"/>
    </a:defPPr>
    <a:lvl1pPr marL="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8" autoAdjust="0"/>
    <p:restoredTop sz="98583" autoAdjust="0"/>
  </p:normalViewPr>
  <p:slideViewPr>
    <p:cSldViewPr snapToGrid="0" snapToObjects="1">
      <p:cViewPr varScale="1">
        <p:scale>
          <a:sx n="119" d="100"/>
          <a:sy n="119" d="100"/>
        </p:scale>
        <p:origin x="-576" y="-1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printerSettings" Target="printerSettings/printerSettings1.bin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x-none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x-none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A1F31-3F4A-F54A-A491-E12E7734B56C}" type="datetimeFigureOut">
              <a:rPr kumimoji="1" lang="ja-JP" altLang="en-US" smtClean="0"/>
              <a:t>11/10/11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8CFD5-7CC3-234C-9DBA-9501D69895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402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x-none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x-none" smtClean="0"/>
              <a:t>マスター テキストの書式設定</a:t>
            </a:r>
          </a:p>
          <a:p>
            <a:pPr lvl="1"/>
            <a:r>
              <a:rPr kumimoji="1" lang="ja-JP" altLang="x-none" smtClean="0"/>
              <a:t>第 </a:t>
            </a:r>
            <a:r>
              <a:rPr kumimoji="1" lang="x-none" altLang="ja-JP" smtClean="0"/>
              <a:t>2 </a:t>
            </a:r>
            <a:r>
              <a:rPr kumimoji="1" lang="ja-JP" altLang="x-none" smtClean="0"/>
              <a:t>レベル</a:t>
            </a:r>
          </a:p>
          <a:p>
            <a:pPr lvl="2"/>
            <a:r>
              <a:rPr kumimoji="1" lang="ja-JP" altLang="x-none" smtClean="0"/>
              <a:t>第 </a:t>
            </a:r>
            <a:r>
              <a:rPr kumimoji="1" lang="x-none" altLang="ja-JP" smtClean="0"/>
              <a:t>3 </a:t>
            </a:r>
            <a:r>
              <a:rPr kumimoji="1" lang="ja-JP" altLang="x-none" smtClean="0"/>
              <a:t>レベル</a:t>
            </a:r>
          </a:p>
          <a:p>
            <a:pPr lvl="3"/>
            <a:r>
              <a:rPr kumimoji="1" lang="ja-JP" altLang="x-none" smtClean="0"/>
              <a:t>第 </a:t>
            </a:r>
            <a:r>
              <a:rPr kumimoji="1" lang="x-none" altLang="ja-JP" smtClean="0"/>
              <a:t>4 </a:t>
            </a:r>
            <a:r>
              <a:rPr kumimoji="1" lang="ja-JP" altLang="x-none" smtClean="0"/>
              <a:t>レベル</a:t>
            </a:r>
          </a:p>
          <a:p>
            <a:pPr lvl="4"/>
            <a:r>
              <a:rPr kumimoji="1" lang="ja-JP" altLang="x-none" smtClean="0"/>
              <a:t>第 </a:t>
            </a:r>
            <a:r>
              <a:rPr kumimoji="1" lang="x-none" altLang="ja-JP" smtClean="0"/>
              <a:t>5 </a:t>
            </a:r>
            <a:r>
              <a:rPr kumimoji="1" lang="ja-JP" altLang="x-none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A1F31-3F4A-F54A-A491-E12E7734B56C}" type="datetimeFigureOut">
              <a:rPr kumimoji="1" lang="ja-JP" altLang="en-US" smtClean="0"/>
              <a:t>11/10/11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8CFD5-7CC3-234C-9DBA-9501D69895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2312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x-none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x-none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A1F31-3F4A-F54A-A491-E12E7734B56C}" type="datetimeFigureOut">
              <a:rPr kumimoji="1" lang="ja-JP" altLang="en-US" smtClean="0"/>
              <a:t>11/10/11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8CFD5-7CC3-234C-9DBA-9501D69895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1531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x-none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x-none" smtClean="0"/>
              <a:t>マスター テキストの書式設定</a:t>
            </a:r>
          </a:p>
          <a:p>
            <a:pPr lvl="1"/>
            <a:r>
              <a:rPr kumimoji="1" lang="ja-JP" altLang="x-none" smtClean="0"/>
              <a:t>第 </a:t>
            </a:r>
            <a:r>
              <a:rPr kumimoji="1" lang="x-none" altLang="ja-JP" smtClean="0"/>
              <a:t>2 </a:t>
            </a:r>
            <a:r>
              <a:rPr kumimoji="1" lang="ja-JP" altLang="x-none" smtClean="0"/>
              <a:t>レベル</a:t>
            </a:r>
          </a:p>
          <a:p>
            <a:pPr lvl="2"/>
            <a:r>
              <a:rPr kumimoji="1" lang="ja-JP" altLang="x-none" smtClean="0"/>
              <a:t>第 </a:t>
            </a:r>
            <a:r>
              <a:rPr kumimoji="1" lang="x-none" altLang="ja-JP" smtClean="0"/>
              <a:t>3 </a:t>
            </a:r>
            <a:r>
              <a:rPr kumimoji="1" lang="ja-JP" altLang="x-none" smtClean="0"/>
              <a:t>レベル</a:t>
            </a:r>
          </a:p>
          <a:p>
            <a:pPr lvl="3"/>
            <a:r>
              <a:rPr kumimoji="1" lang="ja-JP" altLang="x-none" smtClean="0"/>
              <a:t>第 </a:t>
            </a:r>
            <a:r>
              <a:rPr kumimoji="1" lang="x-none" altLang="ja-JP" smtClean="0"/>
              <a:t>4 </a:t>
            </a:r>
            <a:r>
              <a:rPr kumimoji="1" lang="ja-JP" altLang="x-none" smtClean="0"/>
              <a:t>レベル</a:t>
            </a:r>
          </a:p>
          <a:p>
            <a:pPr lvl="4"/>
            <a:r>
              <a:rPr kumimoji="1" lang="ja-JP" altLang="x-none" smtClean="0"/>
              <a:t>第 </a:t>
            </a:r>
            <a:r>
              <a:rPr kumimoji="1" lang="x-none" altLang="ja-JP" smtClean="0"/>
              <a:t>5 </a:t>
            </a:r>
            <a:r>
              <a:rPr kumimoji="1" lang="ja-JP" altLang="x-none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x-none" smtClean="0"/>
              <a:t>マスター テキストの書式設定</a:t>
            </a:r>
          </a:p>
          <a:p>
            <a:pPr lvl="1"/>
            <a:r>
              <a:rPr kumimoji="1" lang="ja-JP" altLang="x-none" smtClean="0"/>
              <a:t>第 </a:t>
            </a:r>
            <a:r>
              <a:rPr kumimoji="1" lang="x-none" altLang="ja-JP" smtClean="0"/>
              <a:t>2 </a:t>
            </a:r>
            <a:r>
              <a:rPr kumimoji="1" lang="ja-JP" altLang="x-none" smtClean="0"/>
              <a:t>レベル</a:t>
            </a:r>
          </a:p>
          <a:p>
            <a:pPr lvl="2"/>
            <a:r>
              <a:rPr kumimoji="1" lang="ja-JP" altLang="x-none" smtClean="0"/>
              <a:t>第 </a:t>
            </a:r>
            <a:r>
              <a:rPr kumimoji="1" lang="x-none" altLang="ja-JP" smtClean="0"/>
              <a:t>3 </a:t>
            </a:r>
            <a:r>
              <a:rPr kumimoji="1" lang="ja-JP" altLang="x-none" smtClean="0"/>
              <a:t>レベル</a:t>
            </a:r>
          </a:p>
          <a:p>
            <a:pPr lvl="3"/>
            <a:r>
              <a:rPr kumimoji="1" lang="ja-JP" altLang="x-none" smtClean="0"/>
              <a:t>第 </a:t>
            </a:r>
            <a:r>
              <a:rPr kumimoji="1" lang="x-none" altLang="ja-JP" smtClean="0"/>
              <a:t>4 </a:t>
            </a:r>
            <a:r>
              <a:rPr kumimoji="1" lang="ja-JP" altLang="x-none" smtClean="0"/>
              <a:t>レベル</a:t>
            </a:r>
          </a:p>
          <a:p>
            <a:pPr lvl="4"/>
            <a:r>
              <a:rPr kumimoji="1" lang="ja-JP" altLang="x-none" smtClean="0"/>
              <a:t>第 </a:t>
            </a:r>
            <a:r>
              <a:rPr kumimoji="1" lang="x-none" altLang="ja-JP" smtClean="0"/>
              <a:t>5 </a:t>
            </a:r>
            <a:r>
              <a:rPr kumimoji="1" lang="ja-JP" altLang="x-none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A1F31-3F4A-F54A-A491-E12E7734B56C}" type="datetimeFigureOut">
              <a:rPr kumimoji="1" lang="ja-JP" altLang="en-US" smtClean="0"/>
              <a:t>11/10/11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8CFD5-7CC3-234C-9DBA-9501D69895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3947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x-none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x-none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x-none" smtClean="0"/>
              <a:t>マスター テキストの書式設定</a:t>
            </a:r>
          </a:p>
          <a:p>
            <a:pPr lvl="1"/>
            <a:r>
              <a:rPr kumimoji="1" lang="ja-JP" altLang="x-none" smtClean="0"/>
              <a:t>第 </a:t>
            </a:r>
            <a:r>
              <a:rPr kumimoji="1" lang="x-none" altLang="ja-JP" smtClean="0"/>
              <a:t>2 </a:t>
            </a:r>
            <a:r>
              <a:rPr kumimoji="1" lang="ja-JP" altLang="x-none" smtClean="0"/>
              <a:t>レベル</a:t>
            </a:r>
          </a:p>
          <a:p>
            <a:pPr lvl="2"/>
            <a:r>
              <a:rPr kumimoji="1" lang="ja-JP" altLang="x-none" smtClean="0"/>
              <a:t>第 </a:t>
            </a:r>
            <a:r>
              <a:rPr kumimoji="1" lang="x-none" altLang="ja-JP" smtClean="0"/>
              <a:t>3 </a:t>
            </a:r>
            <a:r>
              <a:rPr kumimoji="1" lang="ja-JP" altLang="x-none" smtClean="0"/>
              <a:t>レベル</a:t>
            </a:r>
          </a:p>
          <a:p>
            <a:pPr lvl="3"/>
            <a:r>
              <a:rPr kumimoji="1" lang="ja-JP" altLang="x-none" smtClean="0"/>
              <a:t>第 </a:t>
            </a:r>
            <a:r>
              <a:rPr kumimoji="1" lang="x-none" altLang="ja-JP" smtClean="0"/>
              <a:t>4 </a:t>
            </a:r>
            <a:r>
              <a:rPr kumimoji="1" lang="ja-JP" altLang="x-none" smtClean="0"/>
              <a:t>レベル</a:t>
            </a:r>
          </a:p>
          <a:p>
            <a:pPr lvl="4"/>
            <a:r>
              <a:rPr kumimoji="1" lang="ja-JP" altLang="x-none" smtClean="0"/>
              <a:t>第 </a:t>
            </a:r>
            <a:r>
              <a:rPr kumimoji="1" lang="x-none" altLang="ja-JP" smtClean="0"/>
              <a:t>5 </a:t>
            </a:r>
            <a:r>
              <a:rPr kumimoji="1" lang="ja-JP" altLang="x-none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x-none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x-none" smtClean="0"/>
              <a:t>マスター テキストの書式設定</a:t>
            </a:r>
          </a:p>
          <a:p>
            <a:pPr lvl="1"/>
            <a:r>
              <a:rPr kumimoji="1" lang="ja-JP" altLang="x-none" smtClean="0"/>
              <a:t>第 </a:t>
            </a:r>
            <a:r>
              <a:rPr kumimoji="1" lang="x-none" altLang="ja-JP" smtClean="0"/>
              <a:t>2 </a:t>
            </a:r>
            <a:r>
              <a:rPr kumimoji="1" lang="ja-JP" altLang="x-none" smtClean="0"/>
              <a:t>レベル</a:t>
            </a:r>
          </a:p>
          <a:p>
            <a:pPr lvl="2"/>
            <a:r>
              <a:rPr kumimoji="1" lang="ja-JP" altLang="x-none" smtClean="0"/>
              <a:t>第 </a:t>
            </a:r>
            <a:r>
              <a:rPr kumimoji="1" lang="x-none" altLang="ja-JP" smtClean="0"/>
              <a:t>3 </a:t>
            </a:r>
            <a:r>
              <a:rPr kumimoji="1" lang="ja-JP" altLang="x-none" smtClean="0"/>
              <a:t>レベル</a:t>
            </a:r>
          </a:p>
          <a:p>
            <a:pPr lvl="3"/>
            <a:r>
              <a:rPr kumimoji="1" lang="ja-JP" altLang="x-none" smtClean="0"/>
              <a:t>第 </a:t>
            </a:r>
            <a:r>
              <a:rPr kumimoji="1" lang="x-none" altLang="ja-JP" smtClean="0"/>
              <a:t>4 </a:t>
            </a:r>
            <a:r>
              <a:rPr kumimoji="1" lang="ja-JP" altLang="x-none" smtClean="0"/>
              <a:t>レベル</a:t>
            </a:r>
          </a:p>
          <a:p>
            <a:pPr lvl="4"/>
            <a:r>
              <a:rPr kumimoji="1" lang="ja-JP" altLang="x-none" smtClean="0"/>
              <a:t>第 </a:t>
            </a:r>
            <a:r>
              <a:rPr kumimoji="1" lang="x-none" altLang="ja-JP" smtClean="0"/>
              <a:t>5 </a:t>
            </a:r>
            <a:r>
              <a:rPr kumimoji="1" lang="ja-JP" altLang="x-none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A1F31-3F4A-F54A-A491-E12E7734B56C}" type="datetimeFigureOut">
              <a:rPr kumimoji="1" lang="ja-JP" altLang="en-US" smtClean="0"/>
              <a:t>11/10/11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8CFD5-7CC3-234C-9DBA-9501D69895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123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x-none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A1F31-3F4A-F54A-A491-E12E7734B56C}" type="datetimeFigureOut">
              <a:rPr kumimoji="1" lang="ja-JP" altLang="en-US" smtClean="0"/>
              <a:t>11/10/11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8CFD5-7CC3-234C-9DBA-9501D69895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447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A1F31-3F4A-F54A-A491-E12E7734B56C}" type="datetimeFigureOut">
              <a:rPr kumimoji="1" lang="ja-JP" altLang="en-US" smtClean="0"/>
              <a:t>11/10/11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8CFD5-7CC3-234C-9DBA-9501D69895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37847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x-none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x-none" smtClean="0"/>
              <a:t>マスター テキストの書式設定</a:t>
            </a:r>
          </a:p>
          <a:p>
            <a:pPr lvl="1"/>
            <a:r>
              <a:rPr kumimoji="1" lang="ja-JP" altLang="x-none" smtClean="0"/>
              <a:t>第 </a:t>
            </a:r>
            <a:r>
              <a:rPr kumimoji="1" lang="x-none" altLang="ja-JP" smtClean="0"/>
              <a:t>2 </a:t>
            </a:r>
            <a:r>
              <a:rPr kumimoji="1" lang="ja-JP" altLang="x-none" smtClean="0"/>
              <a:t>レベル</a:t>
            </a:r>
          </a:p>
          <a:p>
            <a:pPr lvl="2"/>
            <a:r>
              <a:rPr kumimoji="1" lang="ja-JP" altLang="x-none" smtClean="0"/>
              <a:t>第 </a:t>
            </a:r>
            <a:r>
              <a:rPr kumimoji="1" lang="x-none" altLang="ja-JP" smtClean="0"/>
              <a:t>3 </a:t>
            </a:r>
            <a:r>
              <a:rPr kumimoji="1" lang="ja-JP" altLang="x-none" smtClean="0"/>
              <a:t>レベル</a:t>
            </a:r>
          </a:p>
          <a:p>
            <a:pPr lvl="3"/>
            <a:r>
              <a:rPr kumimoji="1" lang="ja-JP" altLang="x-none" smtClean="0"/>
              <a:t>第 </a:t>
            </a:r>
            <a:r>
              <a:rPr kumimoji="1" lang="x-none" altLang="ja-JP" smtClean="0"/>
              <a:t>4 </a:t>
            </a:r>
            <a:r>
              <a:rPr kumimoji="1" lang="ja-JP" altLang="x-none" smtClean="0"/>
              <a:t>レベル</a:t>
            </a:r>
          </a:p>
          <a:p>
            <a:pPr lvl="4"/>
            <a:r>
              <a:rPr kumimoji="1" lang="ja-JP" altLang="x-none" smtClean="0"/>
              <a:t>第 </a:t>
            </a:r>
            <a:r>
              <a:rPr kumimoji="1" lang="x-none" altLang="ja-JP" smtClean="0"/>
              <a:t>5 </a:t>
            </a:r>
            <a:r>
              <a:rPr kumimoji="1" lang="ja-JP" altLang="x-none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x-none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A1F31-3F4A-F54A-A491-E12E7734B56C}" type="datetimeFigureOut">
              <a:rPr kumimoji="1" lang="ja-JP" altLang="en-US" smtClean="0"/>
              <a:t>11/10/11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8CFD5-7CC3-234C-9DBA-9501D69895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8495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x-none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x-none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A1F31-3F4A-F54A-A491-E12E7734B56C}" type="datetimeFigureOut">
              <a:rPr kumimoji="1" lang="ja-JP" altLang="en-US" smtClean="0"/>
              <a:t>11/10/11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8CFD5-7CC3-234C-9DBA-9501D69895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5350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x-none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x-none" smtClean="0"/>
              <a:t>マスター テキストの書式設定</a:t>
            </a:r>
          </a:p>
          <a:p>
            <a:pPr lvl="1"/>
            <a:r>
              <a:rPr kumimoji="1" lang="ja-JP" altLang="x-none" smtClean="0"/>
              <a:t>第 </a:t>
            </a:r>
            <a:r>
              <a:rPr kumimoji="1" lang="x-none" altLang="ja-JP" smtClean="0"/>
              <a:t>2 </a:t>
            </a:r>
            <a:r>
              <a:rPr kumimoji="1" lang="ja-JP" altLang="x-none" smtClean="0"/>
              <a:t>レベル</a:t>
            </a:r>
          </a:p>
          <a:p>
            <a:pPr lvl="2"/>
            <a:r>
              <a:rPr kumimoji="1" lang="ja-JP" altLang="x-none" smtClean="0"/>
              <a:t>第 </a:t>
            </a:r>
            <a:r>
              <a:rPr kumimoji="1" lang="x-none" altLang="ja-JP" smtClean="0"/>
              <a:t>3 </a:t>
            </a:r>
            <a:r>
              <a:rPr kumimoji="1" lang="ja-JP" altLang="x-none" smtClean="0"/>
              <a:t>レベル</a:t>
            </a:r>
          </a:p>
          <a:p>
            <a:pPr lvl="3"/>
            <a:r>
              <a:rPr kumimoji="1" lang="ja-JP" altLang="x-none" smtClean="0"/>
              <a:t>第 </a:t>
            </a:r>
            <a:r>
              <a:rPr kumimoji="1" lang="x-none" altLang="ja-JP" smtClean="0"/>
              <a:t>4 </a:t>
            </a:r>
            <a:r>
              <a:rPr kumimoji="1" lang="ja-JP" altLang="x-none" smtClean="0"/>
              <a:t>レベル</a:t>
            </a:r>
          </a:p>
          <a:p>
            <a:pPr lvl="4"/>
            <a:r>
              <a:rPr kumimoji="1" lang="ja-JP" altLang="x-none" smtClean="0"/>
              <a:t>第 </a:t>
            </a:r>
            <a:r>
              <a:rPr kumimoji="1" lang="x-none" altLang="ja-JP" smtClean="0"/>
              <a:t>5 </a:t>
            </a:r>
            <a:r>
              <a:rPr kumimoji="1" lang="ja-JP" altLang="x-none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A1F31-3F4A-F54A-A491-E12E7734B56C}" type="datetimeFigureOut">
              <a:rPr kumimoji="1" lang="ja-JP" altLang="en-US" smtClean="0"/>
              <a:t>11/10/11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8CFD5-7CC3-234C-9DBA-9501D69895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1399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x-none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x-none" smtClean="0"/>
              <a:t>マスター テキストの書式設定</a:t>
            </a:r>
          </a:p>
          <a:p>
            <a:pPr lvl="1"/>
            <a:r>
              <a:rPr kumimoji="1" lang="ja-JP" altLang="x-none" smtClean="0"/>
              <a:t>第 </a:t>
            </a:r>
            <a:r>
              <a:rPr kumimoji="1" lang="x-none" altLang="ja-JP" smtClean="0"/>
              <a:t>2 </a:t>
            </a:r>
            <a:r>
              <a:rPr kumimoji="1" lang="ja-JP" altLang="x-none" smtClean="0"/>
              <a:t>レベル</a:t>
            </a:r>
          </a:p>
          <a:p>
            <a:pPr lvl="2"/>
            <a:r>
              <a:rPr kumimoji="1" lang="ja-JP" altLang="x-none" smtClean="0"/>
              <a:t>第 </a:t>
            </a:r>
            <a:r>
              <a:rPr kumimoji="1" lang="x-none" altLang="ja-JP" smtClean="0"/>
              <a:t>3 </a:t>
            </a:r>
            <a:r>
              <a:rPr kumimoji="1" lang="ja-JP" altLang="x-none" smtClean="0"/>
              <a:t>レベル</a:t>
            </a:r>
          </a:p>
          <a:p>
            <a:pPr lvl="3"/>
            <a:r>
              <a:rPr kumimoji="1" lang="ja-JP" altLang="x-none" smtClean="0"/>
              <a:t>第 </a:t>
            </a:r>
            <a:r>
              <a:rPr kumimoji="1" lang="x-none" altLang="ja-JP" smtClean="0"/>
              <a:t>4 </a:t>
            </a:r>
            <a:r>
              <a:rPr kumimoji="1" lang="ja-JP" altLang="x-none" smtClean="0"/>
              <a:t>レベル</a:t>
            </a:r>
          </a:p>
          <a:p>
            <a:pPr lvl="4"/>
            <a:r>
              <a:rPr kumimoji="1" lang="ja-JP" altLang="x-none" smtClean="0"/>
              <a:t>第 </a:t>
            </a:r>
            <a:r>
              <a:rPr kumimoji="1" lang="x-none" altLang="ja-JP" smtClean="0"/>
              <a:t>5 </a:t>
            </a:r>
            <a:r>
              <a:rPr kumimoji="1" lang="ja-JP" altLang="x-none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A1F31-3F4A-F54A-A491-E12E7734B56C}" type="datetimeFigureOut">
              <a:rPr kumimoji="1" lang="ja-JP" altLang="en-US" smtClean="0"/>
              <a:t>11/10/11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8CFD5-7CC3-234C-9DBA-9501D69895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8716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x-none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x-none" smtClean="0"/>
              <a:t>マスター テキストの書式設定</a:t>
            </a:r>
          </a:p>
          <a:p>
            <a:pPr lvl="1"/>
            <a:r>
              <a:rPr kumimoji="1" lang="ja-JP" altLang="x-none" smtClean="0"/>
              <a:t>第 </a:t>
            </a:r>
            <a:r>
              <a:rPr kumimoji="1" lang="x-none" altLang="ja-JP" smtClean="0"/>
              <a:t>2 </a:t>
            </a:r>
            <a:r>
              <a:rPr kumimoji="1" lang="ja-JP" altLang="x-none" smtClean="0"/>
              <a:t>レベル</a:t>
            </a:r>
          </a:p>
          <a:p>
            <a:pPr lvl="2"/>
            <a:r>
              <a:rPr kumimoji="1" lang="ja-JP" altLang="x-none" smtClean="0"/>
              <a:t>第 </a:t>
            </a:r>
            <a:r>
              <a:rPr kumimoji="1" lang="x-none" altLang="ja-JP" smtClean="0"/>
              <a:t>3 </a:t>
            </a:r>
            <a:r>
              <a:rPr kumimoji="1" lang="ja-JP" altLang="x-none" smtClean="0"/>
              <a:t>レベル</a:t>
            </a:r>
          </a:p>
          <a:p>
            <a:pPr lvl="3"/>
            <a:r>
              <a:rPr kumimoji="1" lang="ja-JP" altLang="x-none" smtClean="0"/>
              <a:t>第 </a:t>
            </a:r>
            <a:r>
              <a:rPr kumimoji="1" lang="x-none" altLang="ja-JP" smtClean="0"/>
              <a:t>4 </a:t>
            </a:r>
            <a:r>
              <a:rPr kumimoji="1" lang="ja-JP" altLang="x-none" smtClean="0"/>
              <a:t>レベル</a:t>
            </a:r>
          </a:p>
          <a:p>
            <a:pPr lvl="4"/>
            <a:r>
              <a:rPr kumimoji="1" lang="ja-JP" altLang="x-none" smtClean="0"/>
              <a:t>第 </a:t>
            </a:r>
            <a:r>
              <a:rPr kumimoji="1" lang="x-none" altLang="ja-JP" smtClean="0"/>
              <a:t>5 </a:t>
            </a:r>
            <a:r>
              <a:rPr kumimoji="1" lang="ja-JP" altLang="x-none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3A1F31-3F4A-F54A-A491-E12E7734B56C}" type="datetimeFigureOut">
              <a:rPr kumimoji="1" lang="ja-JP" altLang="en-US" smtClean="0"/>
              <a:t>11/10/11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F8CFD5-7CC3-234C-9DBA-9501D69895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5709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 smtClean="0"/>
              <a:t>CQC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4957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円/楕円 3"/>
          <p:cNvSpPr/>
          <p:nvPr/>
        </p:nvSpPr>
        <p:spPr>
          <a:xfrm>
            <a:off x="129339" y="446813"/>
            <a:ext cx="1058297" cy="69373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smtClean="0"/>
              <a:t>OP</a:t>
            </a:r>
            <a:endParaRPr kumimoji="1" lang="en-US" altLang="ja-JP" dirty="0" smtClean="0"/>
          </a:p>
        </p:txBody>
      </p:sp>
      <p:sp>
        <p:nvSpPr>
          <p:cNvPr id="6" name="正方形/長方形 5"/>
          <p:cNvSpPr/>
          <p:nvPr/>
        </p:nvSpPr>
        <p:spPr>
          <a:xfrm>
            <a:off x="858389" y="540880"/>
            <a:ext cx="799604" cy="54087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CQC</a:t>
            </a:r>
            <a:br>
              <a:rPr kumimoji="1" lang="en-US" altLang="ja-JP" dirty="0" smtClean="0"/>
            </a:br>
            <a:r>
              <a:rPr kumimoji="1" lang="en-US" altLang="ja-JP" dirty="0" smtClean="0"/>
              <a:t>Plugin</a:t>
            </a:r>
          </a:p>
        </p:txBody>
      </p:sp>
      <p:sp>
        <p:nvSpPr>
          <p:cNvPr id="7" name="円/楕円 6"/>
          <p:cNvSpPr/>
          <p:nvPr/>
        </p:nvSpPr>
        <p:spPr>
          <a:xfrm>
            <a:off x="129339" y="1375264"/>
            <a:ext cx="1058297" cy="69373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smtClean="0"/>
              <a:t>OP</a:t>
            </a:r>
            <a:endParaRPr kumimoji="1" lang="en-US" altLang="ja-JP" dirty="0" smtClean="0"/>
          </a:p>
        </p:txBody>
      </p:sp>
      <p:sp>
        <p:nvSpPr>
          <p:cNvPr id="8" name="正方形/長方形 7"/>
          <p:cNvSpPr/>
          <p:nvPr/>
        </p:nvSpPr>
        <p:spPr>
          <a:xfrm>
            <a:off x="858389" y="1469331"/>
            <a:ext cx="799604" cy="54087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CQC</a:t>
            </a:r>
            <a:br>
              <a:rPr kumimoji="1" lang="en-US" altLang="ja-JP" dirty="0" smtClean="0"/>
            </a:br>
            <a:r>
              <a:rPr kumimoji="1" lang="en-US" altLang="ja-JP" dirty="0" smtClean="0"/>
              <a:t>Plugin</a:t>
            </a: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117584" y="2238443"/>
            <a:ext cx="22106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 smtClean="0"/>
              <a:t>・メッセージ送信</a:t>
            </a:r>
          </a:p>
          <a:p>
            <a:r>
              <a:rPr lang="ja-JP" altLang="en-US" sz="1200" dirty="0" smtClean="0"/>
              <a:t>・</a:t>
            </a:r>
            <a:r>
              <a:rPr lang="en-US" altLang="ja-JP" sz="1200" dirty="0" smtClean="0"/>
              <a:t>@@</a:t>
            </a:r>
            <a:r>
              <a:rPr lang="ja-JP" altLang="en-US" sz="1200" dirty="0" smtClean="0"/>
              <a:t>送信</a:t>
            </a:r>
          </a:p>
          <a:p>
            <a:r>
              <a:rPr kumimoji="1" lang="ja-JP" altLang="en-US" sz="1200" dirty="0" smtClean="0"/>
              <a:t>・イベントメール</a:t>
            </a:r>
          </a:p>
          <a:p>
            <a:r>
              <a:rPr lang="ja-JP" altLang="en-US" sz="1200" dirty="0" smtClean="0"/>
              <a:t>・フレンドリンク申請</a:t>
            </a:r>
          </a:p>
          <a:p>
            <a:r>
              <a:rPr kumimoji="1" lang="ja-JP" altLang="en-US" sz="1200" dirty="0" smtClean="0"/>
              <a:t>送信時</a:t>
            </a:r>
            <a:r>
              <a:rPr kumimoji="1" lang="en-US" altLang="ja-JP" sz="1200" dirty="0" smtClean="0"/>
              <a:t>or</a:t>
            </a:r>
            <a:r>
              <a:rPr kumimoji="1" lang="ja-JP" altLang="en-US" sz="1200" dirty="0" smtClean="0"/>
              <a:t>受信</a:t>
            </a:r>
            <a:r>
              <a:rPr lang="ja-JP" altLang="en-US" sz="1200" dirty="0" smtClean="0"/>
              <a:t>時</a:t>
            </a:r>
            <a:endParaRPr kumimoji="1" lang="en-US" altLang="ja-JP" sz="1200" dirty="0" smtClean="0"/>
          </a:p>
        </p:txBody>
      </p:sp>
      <p:sp>
        <p:nvSpPr>
          <p:cNvPr id="12" name="正方形/長方形 11"/>
          <p:cNvSpPr/>
          <p:nvPr/>
        </p:nvSpPr>
        <p:spPr>
          <a:xfrm>
            <a:off x="4244957" y="493848"/>
            <a:ext cx="2245946" cy="64670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api.cqc.jp</a:t>
            </a:r>
            <a:endParaRPr kumimoji="1" lang="ja-JP" altLang="en-US" dirty="0"/>
          </a:p>
        </p:txBody>
      </p:sp>
      <p:cxnSp>
        <p:nvCxnSpPr>
          <p:cNvPr id="14" name="曲線コネクタ 13"/>
          <p:cNvCxnSpPr>
            <a:stCxn id="6" idx="3"/>
            <a:endCxn id="12" idx="1"/>
          </p:cNvCxnSpPr>
          <p:nvPr/>
        </p:nvCxnSpPr>
        <p:spPr>
          <a:xfrm>
            <a:off x="1657993" y="811320"/>
            <a:ext cx="2586964" cy="5881"/>
          </a:xfrm>
          <a:prstGeom prst="curvedConnector3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円柱 15"/>
          <p:cNvSpPr/>
          <p:nvPr/>
        </p:nvSpPr>
        <p:spPr>
          <a:xfrm>
            <a:off x="7525685" y="1375264"/>
            <a:ext cx="1540413" cy="1128341"/>
          </a:xfrm>
          <a:prstGeom prst="ca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SQS</a:t>
            </a:r>
          </a:p>
          <a:p>
            <a:pPr algn="ctr"/>
            <a:r>
              <a:rPr lang="en-US" altLang="ja-JP" dirty="0" smtClean="0"/>
              <a:t>cqc_p2c</a:t>
            </a:r>
            <a:endParaRPr kumimoji="1" lang="ja-JP" altLang="en-US" dirty="0"/>
          </a:p>
        </p:txBody>
      </p:sp>
      <p:cxnSp>
        <p:nvCxnSpPr>
          <p:cNvPr id="18" name="曲線コネクタ 17"/>
          <p:cNvCxnSpPr>
            <a:stCxn id="12" idx="3"/>
            <a:endCxn id="16" idx="2"/>
          </p:cNvCxnSpPr>
          <p:nvPr/>
        </p:nvCxnSpPr>
        <p:spPr>
          <a:xfrm>
            <a:off x="6490903" y="817201"/>
            <a:ext cx="1034782" cy="1122234"/>
          </a:xfrm>
          <a:prstGeom prst="curvedConnector3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曲線コネクタ 19"/>
          <p:cNvCxnSpPr>
            <a:stCxn id="8" idx="3"/>
            <a:endCxn id="12" idx="1"/>
          </p:cNvCxnSpPr>
          <p:nvPr/>
        </p:nvCxnSpPr>
        <p:spPr>
          <a:xfrm flipV="1">
            <a:off x="1657993" y="817201"/>
            <a:ext cx="2586964" cy="922570"/>
          </a:xfrm>
          <a:prstGeom prst="curvedConnector3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正方形/長方形 22"/>
          <p:cNvSpPr/>
          <p:nvPr/>
        </p:nvSpPr>
        <p:spPr>
          <a:xfrm>
            <a:off x="4244957" y="2566957"/>
            <a:ext cx="2245946" cy="59487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err="1" smtClean="0"/>
              <a:t>batch.</a:t>
            </a:r>
            <a:r>
              <a:rPr kumimoji="1" lang="en-US" altLang="ja-JP" dirty="0" err="1" smtClean="0"/>
              <a:t>cqc.jp</a:t>
            </a:r>
            <a:endParaRPr kumimoji="1" lang="ja-JP" altLang="en-US" dirty="0"/>
          </a:p>
        </p:txBody>
      </p:sp>
      <p:sp>
        <p:nvSpPr>
          <p:cNvPr id="38" name="U ターン矢印 37"/>
          <p:cNvSpPr/>
          <p:nvPr/>
        </p:nvSpPr>
        <p:spPr>
          <a:xfrm rot="5400000">
            <a:off x="6796634" y="1785572"/>
            <a:ext cx="729050" cy="1694323"/>
          </a:xfrm>
          <a:prstGeom prst="utur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39" name="正方形/長方形 38"/>
          <p:cNvSpPr/>
          <p:nvPr/>
        </p:nvSpPr>
        <p:spPr>
          <a:xfrm>
            <a:off x="2281229" y="4961242"/>
            <a:ext cx="1411066" cy="33002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smtClean="0"/>
              <a:t>E mail</a:t>
            </a:r>
            <a:endParaRPr kumimoji="1" lang="en-US" altLang="ja-JP" dirty="0" smtClean="0"/>
          </a:p>
        </p:txBody>
      </p:sp>
      <p:sp>
        <p:nvSpPr>
          <p:cNvPr id="40" name="正方形/長方形 39"/>
          <p:cNvSpPr/>
          <p:nvPr/>
        </p:nvSpPr>
        <p:spPr>
          <a:xfrm>
            <a:off x="2281229" y="5454637"/>
            <a:ext cx="1411066" cy="33002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smtClean="0"/>
              <a:t>SMS</a:t>
            </a:r>
            <a:endParaRPr kumimoji="1" lang="en-US" altLang="ja-JP" dirty="0" smtClean="0"/>
          </a:p>
        </p:txBody>
      </p:sp>
      <p:sp>
        <p:nvSpPr>
          <p:cNvPr id="41" name="正方形/長方形 40"/>
          <p:cNvSpPr/>
          <p:nvPr/>
        </p:nvSpPr>
        <p:spPr>
          <a:xfrm>
            <a:off x="2281229" y="5971091"/>
            <a:ext cx="1411066" cy="33002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smtClean="0"/>
              <a:t>RING</a:t>
            </a:r>
            <a:endParaRPr kumimoji="1" lang="en-US" altLang="ja-JP" dirty="0" smtClean="0"/>
          </a:p>
        </p:txBody>
      </p:sp>
      <p:sp>
        <p:nvSpPr>
          <p:cNvPr id="42" name="テキスト ボックス 41"/>
          <p:cNvSpPr txBox="1"/>
          <p:nvPr/>
        </p:nvSpPr>
        <p:spPr>
          <a:xfrm>
            <a:off x="6561461" y="3183686"/>
            <a:ext cx="2434088" cy="1754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 smtClean="0"/>
              <a:t>CQC QUEUE FORMAT </a:t>
            </a:r>
          </a:p>
          <a:p>
            <a:r>
              <a:rPr lang="en-US" altLang="ja-JP" sz="1200" dirty="0" smtClean="0"/>
              <a:t>JSON</a:t>
            </a:r>
          </a:p>
          <a:p>
            <a:r>
              <a:rPr lang="en-US" altLang="ja-JP" sz="1200" dirty="0" smtClean="0"/>
              <a:t>{</a:t>
            </a:r>
          </a:p>
          <a:p>
            <a:r>
              <a:rPr lang="en-US" altLang="ja-JP" sz="1200" dirty="0" smtClean="0"/>
              <a:t>    “FROM": “@</a:t>
            </a:r>
            <a:r>
              <a:rPr lang="en-US" altLang="ja-JP" sz="1200" dirty="0" err="1" smtClean="0"/>
              <a:t>mamoru@tejimaya.com</a:t>
            </a:r>
            <a:r>
              <a:rPr lang="en-US" altLang="ja-JP" sz="1200" dirty="0" smtClean="0"/>
              <a:t>",</a:t>
            </a:r>
          </a:p>
          <a:p>
            <a:r>
              <a:rPr lang="en-US" altLang="ja-JP" sz="1200" dirty="0" smtClean="0"/>
              <a:t>    ”PRI": "3",</a:t>
            </a:r>
          </a:p>
          <a:p>
            <a:r>
              <a:rPr lang="en-US" altLang="ja-JP" sz="1200" dirty="0"/>
              <a:t> </a:t>
            </a:r>
            <a:r>
              <a:rPr lang="en-US" altLang="ja-JP" sz="1200" dirty="0" smtClean="0"/>
              <a:t>   “TO”:”@</a:t>
            </a:r>
            <a:r>
              <a:rPr lang="en-US" altLang="ja-JP" sz="1200" dirty="0" err="1" smtClean="0"/>
              <a:t>tejima@tejimaya.com</a:t>
            </a:r>
            <a:r>
              <a:rPr lang="en-US" altLang="ja-JP" sz="1200" dirty="0" smtClean="0"/>
              <a:t>”</a:t>
            </a:r>
          </a:p>
          <a:p>
            <a:r>
              <a:rPr lang="en-US" altLang="ja-JP" sz="1200" dirty="0" smtClean="0"/>
              <a:t>    ”M": “@@</a:t>
            </a:r>
            <a:r>
              <a:rPr lang="en-US" altLang="ja-JP" sz="1200" dirty="0" err="1" smtClean="0"/>
              <a:t>tejima</a:t>
            </a:r>
            <a:r>
              <a:rPr lang="en-US" altLang="ja-JP" sz="1200" dirty="0" smtClean="0"/>
              <a:t> </a:t>
            </a:r>
            <a:r>
              <a:rPr lang="en-US" altLang="ja-JP" sz="1200" dirty="0" err="1" smtClean="0"/>
              <a:t>aaaaaaaaaaa</a:t>
            </a:r>
            <a:r>
              <a:rPr lang="en-US" altLang="ja-JP" sz="1200" dirty="0" smtClean="0"/>
              <a:t>"</a:t>
            </a:r>
          </a:p>
          <a:p>
            <a:r>
              <a:rPr lang="en-US" altLang="ja-JP" sz="1200" dirty="0" smtClean="0"/>
              <a:t>}</a:t>
            </a:r>
          </a:p>
        </p:txBody>
      </p:sp>
      <p:cxnSp>
        <p:nvCxnSpPr>
          <p:cNvPr id="44" name="直線矢印コネクタ 43"/>
          <p:cNvCxnSpPr>
            <a:stCxn id="23" idx="1"/>
            <a:endCxn id="39" idx="3"/>
          </p:cNvCxnSpPr>
          <p:nvPr/>
        </p:nvCxnSpPr>
        <p:spPr>
          <a:xfrm flipH="1">
            <a:off x="3692295" y="2864396"/>
            <a:ext cx="552662" cy="226185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直線矢印コネクタ 44"/>
          <p:cNvCxnSpPr>
            <a:stCxn id="23" idx="1"/>
            <a:endCxn id="40" idx="3"/>
          </p:cNvCxnSpPr>
          <p:nvPr/>
        </p:nvCxnSpPr>
        <p:spPr>
          <a:xfrm flipH="1">
            <a:off x="3692295" y="2864396"/>
            <a:ext cx="552662" cy="275525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直線矢印コネクタ 47"/>
          <p:cNvCxnSpPr>
            <a:stCxn id="23" idx="1"/>
            <a:endCxn id="41" idx="3"/>
          </p:cNvCxnSpPr>
          <p:nvPr/>
        </p:nvCxnSpPr>
        <p:spPr>
          <a:xfrm flipH="1">
            <a:off x="3692295" y="2864396"/>
            <a:ext cx="552662" cy="327170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正方形/長方形 50"/>
          <p:cNvSpPr/>
          <p:nvPr/>
        </p:nvSpPr>
        <p:spPr>
          <a:xfrm>
            <a:off x="4244957" y="5001474"/>
            <a:ext cx="2245946" cy="59487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cqc.jp</a:t>
            </a:r>
            <a:endParaRPr kumimoji="1" lang="en-US" altLang="ja-JP" dirty="0" smtClean="0"/>
          </a:p>
          <a:p>
            <a:pPr algn="ctr"/>
            <a:r>
              <a:rPr lang="en-US" altLang="ja-JP" dirty="0" smtClean="0"/>
              <a:t>User setting</a:t>
            </a:r>
            <a:endParaRPr kumimoji="1" lang="ja-JP" altLang="en-US" dirty="0"/>
          </a:p>
        </p:txBody>
      </p:sp>
      <p:cxnSp>
        <p:nvCxnSpPr>
          <p:cNvPr id="54" name="直線矢印コネクタ 53"/>
          <p:cNvCxnSpPr>
            <a:stCxn id="51" idx="0"/>
            <a:endCxn id="23" idx="2"/>
          </p:cNvCxnSpPr>
          <p:nvPr/>
        </p:nvCxnSpPr>
        <p:spPr>
          <a:xfrm flipV="1">
            <a:off x="5367930" y="3161835"/>
            <a:ext cx="0" cy="183963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円柱 51"/>
          <p:cNvSpPr/>
          <p:nvPr/>
        </p:nvSpPr>
        <p:spPr>
          <a:xfrm>
            <a:off x="4738836" y="3598191"/>
            <a:ext cx="1258198" cy="821780"/>
          </a:xfrm>
          <a:prstGeom prst="ca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 err="1" smtClean="0"/>
              <a:t>UserSettings</a:t>
            </a:r>
            <a:endParaRPr kumimoji="1" lang="en-US" altLang="ja-JP" sz="1200" dirty="0" smtClean="0"/>
          </a:p>
          <a:p>
            <a:pPr algn="ctr"/>
            <a:r>
              <a:rPr lang="en-US" altLang="ja-JP" sz="1200" dirty="0" err="1" smtClean="0"/>
              <a:t>member_config</a:t>
            </a:r>
            <a:endParaRPr kumimoji="1" lang="ja-JP" altLang="en-US" sz="1200" dirty="0"/>
          </a:p>
        </p:txBody>
      </p:sp>
      <p:sp>
        <p:nvSpPr>
          <p:cNvPr id="56" name="U ターン矢印 55"/>
          <p:cNvSpPr/>
          <p:nvPr/>
        </p:nvSpPr>
        <p:spPr>
          <a:xfrm rot="6519513">
            <a:off x="1772088" y="1617599"/>
            <a:ext cx="393501" cy="973348"/>
          </a:xfrm>
          <a:prstGeom prst="utur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7" name="テキスト ボックス 56"/>
          <p:cNvSpPr txBox="1"/>
          <p:nvPr/>
        </p:nvSpPr>
        <p:spPr>
          <a:xfrm>
            <a:off x="1364025" y="1938984"/>
            <a:ext cx="21048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 smtClean="0"/>
              <a:t>do local </a:t>
            </a:r>
            <a:r>
              <a:rPr kumimoji="1" lang="en-US" altLang="ja-JP" sz="1200" dirty="0" err="1" smtClean="0"/>
              <a:t>notifytj</a:t>
            </a:r>
            <a:endParaRPr kumimoji="1" lang="en-US" altLang="ja-JP" sz="1200" dirty="0" smtClean="0"/>
          </a:p>
          <a:p>
            <a:r>
              <a:rPr lang="ja-JP" altLang="en-US" sz="1200" dirty="0" smtClean="0"/>
              <a:t>・</a:t>
            </a:r>
            <a:r>
              <a:rPr lang="en-US" altLang="ja-JP" sz="1200" dirty="0" err="1" smtClean="0"/>
              <a:t>acitivity</a:t>
            </a:r>
            <a:r>
              <a:rPr lang="en-US" altLang="ja-JP" sz="1200" dirty="0" smtClean="0"/>
              <a:t> feed</a:t>
            </a:r>
          </a:p>
          <a:p>
            <a:r>
              <a:rPr kumimoji="1" lang="ja-JP" altLang="en-US" sz="1200" dirty="0" smtClean="0"/>
              <a:t>・</a:t>
            </a:r>
            <a:r>
              <a:rPr kumimoji="1" lang="en-US" altLang="ja-JP" sz="1200" dirty="0" smtClean="0"/>
              <a:t>message box</a:t>
            </a:r>
          </a:p>
          <a:p>
            <a:r>
              <a:rPr lang="ja-JP" altLang="en-US" sz="1200" dirty="0" smtClean="0"/>
              <a:t>・</a:t>
            </a:r>
            <a:r>
              <a:rPr lang="en-US" altLang="ja-JP" sz="1200" dirty="0" smtClean="0"/>
              <a:t>Mail </a:t>
            </a:r>
            <a:r>
              <a:rPr lang="en-US" altLang="ja-JP" sz="1200" dirty="0" err="1" smtClean="0"/>
              <a:t>Aleart</a:t>
            </a:r>
            <a:endParaRPr kumimoji="1" lang="ja-JP" altLang="en-US" sz="1200" dirty="0"/>
          </a:p>
        </p:txBody>
      </p:sp>
      <p:sp>
        <p:nvSpPr>
          <p:cNvPr id="58" name="テキスト ボックス 57"/>
          <p:cNvSpPr txBox="1"/>
          <p:nvPr/>
        </p:nvSpPr>
        <p:spPr>
          <a:xfrm>
            <a:off x="4867706" y="946276"/>
            <a:ext cx="210484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 smtClean="0"/>
              <a:t>do external </a:t>
            </a:r>
            <a:r>
              <a:rPr kumimoji="1" lang="en-US" altLang="ja-JP" sz="1200" dirty="0" err="1" smtClean="0"/>
              <a:t>notifytj</a:t>
            </a:r>
            <a:endParaRPr kumimoji="1" lang="en-US" altLang="ja-JP" sz="1200" dirty="0" smtClean="0"/>
          </a:p>
          <a:p>
            <a:r>
              <a:rPr lang="ja-JP" altLang="en-US" sz="1200" dirty="0" smtClean="0"/>
              <a:t>・</a:t>
            </a:r>
            <a:r>
              <a:rPr lang="en-US" altLang="ja-JP" sz="1200" dirty="0" smtClean="0"/>
              <a:t>PHONE CALL</a:t>
            </a:r>
          </a:p>
          <a:p>
            <a:r>
              <a:rPr kumimoji="1" lang="ja-JP" altLang="en-US" sz="1200" dirty="0" smtClean="0"/>
              <a:t>・</a:t>
            </a:r>
            <a:r>
              <a:rPr lang="en-US" altLang="ja-JP" sz="1200" dirty="0" smtClean="0"/>
              <a:t>Messenger</a:t>
            </a:r>
          </a:p>
          <a:p>
            <a:r>
              <a:rPr kumimoji="1" lang="ja-JP" altLang="en-US" sz="1200" dirty="0" smtClean="0"/>
              <a:t>・</a:t>
            </a:r>
            <a:r>
              <a:rPr kumimoji="1" lang="en-US" altLang="ja-JP" sz="1200" dirty="0" smtClean="0"/>
              <a:t>Twitter</a:t>
            </a:r>
          </a:p>
          <a:p>
            <a:r>
              <a:rPr lang="ja-JP" altLang="en-US" sz="1200" dirty="0" smtClean="0"/>
              <a:t>・</a:t>
            </a:r>
            <a:r>
              <a:rPr lang="en-US" altLang="ja-JP" sz="1200" dirty="0" smtClean="0"/>
              <a:t>SMS</a:t>
            </a:r>
            <a:endParaRPr kumimoji="1" lang="ja-JP" altLang="en-US" sz="1200" dirty="0"/>
          </a:p>
        </p:txBody>
      </p:sp>
      <p:sp>
        <p:nvSpPr>
          <p:cNvPr id="69" name="テキスト ボックス 68"/>
          <p:cNvSpPr txBox="1"/>
          <p:nvPr/>
        </p:nvSpPr>
        <p:spPr>
          <a:xfrm>
            <a:off x="1" y="3821432"/>
            <a:ext cx="228122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P1</a:t>
            </a:r>
          </a:p>
          <a:p>
            <a:r>
              <a:rPr kumimoji="1" lang="en-US" altLang="ja-JP" sz="1400" dirty="0" smtClean="0"/>
              <a:t>external delivery</a:t>
            </a:r>
          </a:p>
          <a:p>
            <a:r>
              <a:rPr lang="en-US" altLang="ja-JP" sz="1400" dirty="0" smtClean="0"/>
              <a:t>P2</a:t>
            </a:r>
          </a:p>
          <a:p>
            <a:r>
              <a:rPr lang="en-US" altLang="ja-JP" sz="1400" dirty="0" smtClean="0"/>
              <a:t>customize priority by user </a:t>
            </a:r>
          </a:p>
          <a:p>
            <a:endParaRPr lang="en-US" altLang="ja-JP" sz="1400" dirty="0" smtClean="0"/>
          </a:p>
          <a:p>
            <a:endParaRPr kumimoji="1" lang="ja-JP" altLang="en-US" sz="1400" dirty="0"/>
          </a:p>
        </p:txBody>
      </p:sp>
      <p:sp>
        <p:nvSpPr>
          <p:cNvPr id="70" name="正方形/長方形 69"/>
          <p:cNvSpPr/>
          <p:nvPr/>
        </p:nvSpPr>
        <p:spPr>
          <a:xfrm>
            <a:off x="2328254" y="3467774"/>
            <a:ext cx="1411066" cy="50685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smtClean="0"/>
              <a:t>CQC</a:t>
            </a:r>
          </a:p>
          <a:p>
            <a:pPr algn="ctr"/>
            <a:r>
              <a:rPr lang="en-US" altLang="ja-JP" dirty="0" smtClean="0"/>
              <a:t>Plugin</a:t>
            </a:r>
            <a:endParaRPr kumimoji="1" lang="en-US" altLang="ja-JP" dirty="0" smtClean="0"/>
          </a:p>
        </p:txBody>
      </p:sp>
      <p:sp>
        <p:nvSpPr>
          <p:cNvPr id="71" name="円/楕円 70"/>
          <p:cNvSpPr/>
          <p:nvPr/>
        </p:nvSpPr>
        <p:spPr>
          <a:xfrm>
            <a:off x="1481608" y="3350194"/>
            <a:ext cx="1058297" cy="69373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smtClean="0"/>
              <a:t>OP</a:t>
            </a:r>
            <a:endParaRPr kumimoji="1" lang="en-US" altLang="ja-JP" dirty="0" smtClean="0"/>
          </a:p>
        </p:txBody>
      </p:sp>
      <p:sp>
        <p:nvSpPr>
          <p:cNvPr id="75" name="テキスト ボックス 74"/>
          <p:cNvSpPr txBox="1"/>
          <p:nvPr/>
        </p:nvSpPr>
        <p:spPr>
          <a:xfrm>
            <a:off x="329237" y="3503377"/>
            <a:ext cx="1646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smtClean="0"/>
              <a:t>User delivery</a:t>
            </a:r>
            <a:endParaRPr kumimoji="1" lang="ja-JP" altLang="en-US" dirty="0"/>
          </a:p>
        </p:txBody>
      </p:sp>
      <p:sp>
        <p:nvSpPr>
          <p:cNvPr id="84" name="U ターン矢印 83"/>
          <p:cNvSpPr/>
          <p:nvPr/>
        </p:nvSpPr>
        <p:spPr>
          <a:xfrm rot="1942331">
            <a:off x="3587680" y="815523"/>
            <a:ext cx="299007" cy="2959576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3750"/>
              <a:gd name="adj5" fmla="val 92218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85" name="テキスト ボックス 84"/>
          <p:cNvSpPr txBox="1"/>
          <p:nvPr/>
        </p:nvSpPr>
        <p:spPr>
          <a:xfrm>
            <a:off x="6561461" y="5206427"/>
            <a:ext cx="243408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 smtClean="0"/>
              <a:t>CQC EXTERNAL QUEUE</a:t>
            </a:r>
          </a:p>
          <a:p>
            <a:endParaRPr kumimoji="1" lang="en-US" altLang="ja-JP" sz="1200" dirty="0" smtClean="0"/>
          </a:p>
          <a:p>
            <a:r>
              <a:rPr lang="en-US" altLang="ja-JP" sz="1200" dirty="0" smtClean="0"/>
              <a:t>JSON</a:t>
            </a:r>
          </a:p>
          <a:p>
            <a:r>
              <a:rPr lang="en-US" altLang="ja-JP" sz="1200" dirty="0" smtClean="0"/>
              <a:t>{</a:t>
            </a:r>
          </a:p>
          <a:p>
            <a:r>
              <a:rPr lang="en-US" altLang="ja-JP" sz="1200" dirty="0" smtClean="0"/>
              <a:t>    “FROM": “@</a:t>
            </a:r>
            <a:r>
              <a:rPr lang="en-US" altLang="ja-JP" sz="1200" dirty="0" err="1" smtClean="0"/>
              <a:t>mamoru@tejimaya.com</a:t>
            </a:r>
            <a:r>
              <a:rPr lang="en-US" altLang="ja-JP" sz="1200" dirty="0" smtClean="0"/>
              <a:t>",</a:t>
            </a:r>
          </a:p>
          <a:p>
            <a:r>
              <a:rPr lang="en-US" altLang="ja-JP" sz="1200" dirty="0" smtClean="0"/>
              <a:t>    ”PRI": "3",</a:t>
            </a:r>
          </a:p>
          <a:p>
            <a:r>
              <a:rPr lang="en-US" altLang="ja-JP" sz="1200" dirty="0"/>
              <a:t> </a:t>
            </a:r>
            <a:r>
              <a:rPr lang="en-US" altLang="ja-JP" sz="1200" dirty="0" smtClean="0"/>
              <a:t>   “TO”:”@</a:t>
            </a:r>
            <a:r>
              <a:rPr lang="en-US" altLang="ja-JP" sz="1200" dirty="0" err="1" smtClean="0"/>
              <a:t>tejima@tejimaya.com</a:t>
            </a:r>
            <a:r>
              <a:rPr lang="en-US" altLang="ja-JP" sz="1200" dirty="0" smtClean="0"/>
              <a:t>”</a:t>
            </a:r>
          </a:p>
          <a:p>
            <a:r>
              <a:rPr lang="en-US" altLang="ja-JP" sz="1200" dirty="0" smtClean="0"/>
              <a:t>    ”M": “@@</a:t>
            </a:r>
            <a:r>
              <a:rPr lang="en-US" altLang="ja-JP" sz="1200" dirty="0" err="1" smtClean="0"/>
              <a:t>tejima</a:t>
            </a:r>
            <a:r>
              <a:rPr lang="en-US" altLang="ja-JP" sz="1200" dirty="0" smtClean="0"/>
              <a:t> </a:t>
            </a:r>
            <a:r>
              <a:rPr lang="en-US" altLang="ja-JP" sz="1200" dirty="0" err="1" smtClean="0"/>
              <a:t>aaaaaaaaaaa</a:t>
            </a:r>
            <a:r>
              <a:rPr lang="en-US" altLang="ja-JP" sz="1200" dirty="0" smtClean="0"/>
              <a:t>"</a:t>
            </a:r>
          </a:p>
          <a:p>
            <a:r>
              <a:rPr lang="en-US" altLang="ja-JP" sz="1200" dirty="0" smtClean="0"/>
              <a:t>}</a:t>
            </a:r>
          </a:p>
        </p:txBody>
      </p:sp>
      <p:sp>
        <p:nvSpPr>
          <p:cNvPr id="55" name="テキスト ボックス 54"/>
          <p:cNvSpPr txBox="1"/>
          <p:nvPr/>
        </p:nvSpPr>
        <p:spPr>
          <a:xfrm>
            <a:off x="1928458" y="811320"/>
            <a:ext cx="308082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x-none" altLang="ja-JP" sz="1200" dirty="0" smtClean="0"/>
              <a:t>API FORMAT</a:t>
            </a:r>
          </a:p>
          <a:p>
            <a:r>
              <a:rPr kumimoji="1" lang="ja-JP" altLang="en-US" sz="1200" dirty="0" smtClean="0"/>
              <a:t>・</a:t>
            </a:r>
            <a:r>
              <a:rPr lang="en-US" altLang="ja-JP" sz="1200" dirty="0" smtClean="0"/>
              <a:t>CQC_API_KEY = 31415926</a:t>
            </a:r>
          </a:p>
          <a:p>
            <a:r>
              <a:rPr lang="ja-JP" altLang="en-US" sz="1200" dirty="0" smtClean="0"/>
              <a:t>・</a:t>
            </a:r>
            <a:r>
              <a:rPr lang="en-US" altLang="ja-JP" sz="1200" dirty="0" smtClean="0"/>
              <a:t>from = </a:t>
            </a:r>
            <a:r>
              <a:rPr lang="en-US" altLang="ja-JP" sz="1200" dirty="0" err="1" smtClean="0"/>
              <a:t>tejima</a:t>
            </a:r>
            <a:endParaRPr kumimoji="1" lang="ja-JP" altLang="en-US" sz="1200" dirty="0" smtClean="0"/>
          </a:p>
          <a:p>
            <a:r>
              <a:rPr lang="ja-JP" altLang="en-US" sz="1200" dirty="0" smtClean="0"/>
              <a:t>・</a:t>
            </a:r>
            <a:r>
              <a:rPr lang="en-US" altLang="ja-JP" sz="1200" dirty="0" smtClean="0"/>
              <a:t>message = “@@</a:t>
            </a:r>
            <a:r>
              <a:rPr lang="en-US" altLang="ja-JP" sz="1200" dirty="0" err="1" smtClean="0"/>
              <a:t>mamoru</a:t>
            </a:r>
            <a:r>
              <a:rPr lang="en-US" altLang="ja-JP" sz="1200" dirty="0" smtClean="0"/>
              <a:t> </a:t>
            </a:r>
            <a:r>
              <a:rPr lang="ja-JP" altLang="en-US" sz="1200" dirty="0" smtClean="0"/>
              <a:t>よろしくね</a:t>
            </a:r>
            <a:r>
              <a:rPr lang="en-US" altLang="ja-JP" sz="1200" dirty="0" smtClean="0"/>
              <a:t>”</a:t>
            </a:r>
            <a:endParaRPr lang="en-US" altLang="ja-JP" sz="1200" dirty="0"/>
          </a:p>
          <a:p>
            <a:r>
              <a:rPr lang="ja-JP" altLang="en-US" sz="1200" dirty="0" smtClean="0"/>
              <a:t>・</a:t>
            </a:r>
            <a:r>
              <a:rPr lang="en-US" altLang="ja-JP" sz="1200" dirty="0" smtClean="0"/>
              <a:t>type = diary activity</a:t>
            </a:r>
          </a:p>
        </p:txBody>
      </p:sp>
    </p:spTree>
    <p:extLst>
      <p:ext uri="{BB962C8B-B14F-4D97-AF65-F5344CB8AC3E}">
        <p14:creationId xmlns:p14="http://schemas.microsoft.com/office/powerpoint/2010/main" val="199200126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3961</TotalTime>
  <Words>195</Words>
  <Application>Microsoft Macintosh PowerPoint</Application>
  <PresentationFormat>画面に合わせる (4:3)</PresentationFormat>
  <Paragraphs>60</Paragraphs>
  <Slides>2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3" baseType="lpstr">
      <vt:lpstr>ホワイト</vt:lpstr>
      <vt:lpstr>CQC</vt:lpstr>
      <vt:lpstr>PowerPoint プレゼンテーション</vt:lpstr>
    </vt:vector>
  </TitlesOfParts>
  <Company>手嶋屋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手嶋 守</dc:creator>
  <cp:lastModifiedBy>手嶋 守</cp:lastModifiedBy>
  <cp:revision>20</cp:revision>
  <dcterms:created xsi:type="dcterms:W3CDTF">2011-10-08T18:03:36Z</dcterms:created>
  <dcterms:modified xsi:type="dcterms:W3CDTF">2011-10-12T15:33:08Z</dcterms:modified>
</cp:coreProperties>
</file>